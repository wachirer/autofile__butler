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Coca Cola</c:v>
                </c:pt>
                <c:pt idx="1">
                  <c:v>Hennessy</c:v>
                </c:pt>
                <c:pt idx="2">
                  <c:v>Pepsi</c:v>
                </c:pt>
                <c:pt idx="3">
                  <c:v>Fanta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</c:v>
                </c:pt>
                <c:pt idx="1">
                  <c:v>5600</c:v>
                </c:pt>
                <c:pt idx="2">
                  <c:v>3400</c:v>
                </c:pt>
                <c:pt idx="3">
                  <c:v>4500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Coca Cola</c:v>
                </c:pt>
                <c:pt idx="1">
                  <c:v>Hennessy</c:v>
                </c:pt>
                <c:pt idx="2">
                  <c:v>Pepsi</c:v>
                </c:pt>
                <c:pt idx="3">
                  <c:v>Fanta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-1600</c:v>
                </c:pt>
                <c:pt idx="1">
                  <c:v>-700</c:v>
                </c:pt>
                <c:pt idx="2">
                  <c:v>-900</c:v>
                </c:pt>
                <c:pt idx="3">
                  <c:v>-1300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4946384"/>
        <c:axId val="354950696"/>
      </c:barChart>
      <c:catAx>
        <c:axId val="35494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4950696"/>
        <c:crosses val="autoZero"/>
        <c:auto val="1"/>
        <c:lblAlgn val="ctr"/>
        <c:lblOffset val="100"/>
        <c:noMultiLvlLbl val="0"/>
      </c:catAx>
      <c:valAx>
        <c:axId val="354950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494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9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7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7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32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0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6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9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6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2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5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36710-4B0A-46FE-AD3D-05A7F3D73DF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119A3-2867-4350-A257-B68392198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48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40670660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0303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Ian Ndung'u</dc:creator>
  <cp:lastModifiedBy>Ian Ndung'u</cp:lastModifiedBy>
  <cp:revision>3</cp:revision>
  <dcterms:created xsi:type="dcterms:W3CDTF">2024-07-29T15:42:50Z</dcterms:created>
  <dcterms:modified xsi:type="dcterms:W3CDTF">2024-07-30T05:45:50Z</dcterms:modified>
</cp:coreProperties>
</file>